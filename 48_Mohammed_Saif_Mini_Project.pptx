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5" r:id="rId2"/>
    <p:sldId id="266" r:id="rId3"/>
    <p:sldId id="267" r:id="rId4"/>
    <p:sldId id="259" r:id="rId5"/>
    <p:sldId id="258" r:id="rId6"/>
    <p:sldId id="260" r:id="rId7"/>
    <p:sldId id="257" r:id="rId8"/>
    <p:sldId id="261" r:id="rId9"/>
    <p:sldId id="262" r:id="rId10"/>
    <p:sldId id="263" r:id="rId11"/>
    <p:sldId id="264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89" autoAdjust="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AA4-E82B-498E-9A94-A689EDC25C2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7CD9-8700-4EBF-B5A9-E378A24FC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650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AA4-E82B-498E-9A94-A689EDC25C2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7CD9-8700-4EBF-B5A9-E378A24FC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03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AA4-E82B-498E-9A94-A689EDC25C2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7CD9-8700-4EBF-B5A9-E378A24FC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34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AA4-E82B-498E-9A94-A689EDC25C2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7CD9-8700-4EBF-B5A9-E378A24FC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47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AA4-E82B-498E-9A94-A689EDC25C2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7CD9-8700-4EBF-B5A9-E378A24FC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731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AA4-E82B-498E-9A94-A689EDC25C2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7CD9-8700-4EBF-B5A9-E378A24FC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99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AA4-E82B-498E-9A94-A689EDC25C2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7CD9-8700-4EBF-B5A9-E378A24FC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7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AA4-E82B-498E-9A94-A689EDC25C2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7CD9-8700-4EBF-B5A9-E378A24FC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088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AA4-E82B-498E-9A94-A689EDC25C2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7CD9-8700-4EBF-B5A9-E378A24FC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407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AA4-E82B-498E-9A94-A689EDC25C2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7CD9-8700-4EBF-B5A9-E378A24FC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161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AA4-E82B-498E-9A94-A689EDC25C2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7CD9-8700-4EBF-B5A9-E378A24FC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37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AA4-E82B-498E-9A94-A689EDC25C2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7CD9-8700-4EBF-B5A9-E378A24FC98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10408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AA4-E82B-498E-9A94-A689EDC25C2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7CD9-8700-4EBF-B5A9-E378A24FC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8089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AA4-E82B-498E-9A94-A689EDC25C2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7CD9-8700-4EBF-B5A9-E378A24FC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6233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AA4-E82B-498E-9A94-A689EDC25C2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7CD9-8700-4EBF-B5A9-E378A24FC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077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AA4-E82B-498E-9A94-A689EDC25C2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7CD9-8700-4EBF-B5A9-E378A24FC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7638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3AA4-E82B-498E-9A94-A689EDC25C2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B7CD9-8700-4EBF-B5A9-E378A24FC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790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2B63AA4-E82B-498E-9A94-A689EDC25C2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25B7CD9-8700-4EBF-B5A9-E378A24FC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4525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CDAFA-591C-8FA9-772D-B39DFAC8D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LinkedIn Post Generator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33DDE-4CB8-BB90-236B-724FEA143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2469050"/>
            <a:ext cx="10353762" cy="3008884"/>
          </a:xfrm>
        </p:spPr>
        <p:txBody>
          <a:bodyPr/>
          <a:lstStyle/>
          <a:p>
            <a:pPr marL="36900" indent="0">
              <a:buNone/>
            </a:pPr>
            <a:r>
              <a:rPr lang="en-US" dirty="0"/>
              <a:t>Name: Mohammed Saif Shaikh</a:t>
            </a:r>
          </a:p>
          <a:p>
            <a:pPr marL="36900" indent="0">
              <a:buNone/>
            </a:pPr>
            <a:r>
              <a:rPr lang="en-US" dirty="0"/>
              <a:t>Roll No: 17030924048</a:t>
            </a:r>
          </a:p>
          <a:p>
            <a:pPr marL="36900" indent="0">
              <a:buNone/>
            </a:pPr>
            <a:r>
              <a:rPr lang="en-US" dirty="0"/>
              <a:t>Department: Data Science and Technology</a:t>
            </a:r>
          </a:p>
          <a:p>
            <a:pPr marL="36900" indent="0">
              <a:buNone/>
            </a:pPr>
            <a:r>
              <a:rPr lang="en-US" dirty="0"/>
              <a:t>Course: MCA</a:t>
            </a:r>
          </a:p>
          <a:p>
            <a:pPr marL="36900" indent="0">
              <a:buNone/>
            </a:pPr>
            <a:r>
              <a:rPr lang="en-US" dirty="0"/>
              <a:t>Guide: Mr. Naimesh </a:t>
            </a:r>
            <a:r>
              <a:rPr lang="en-US" dirty="0" err="1"/>
              <a:t>Tungare</a:t>
            </a:r>
            <a:endParaRPr lang="en-US" dirty="0"/>
          </a:p>
          <a:p>
            <a:pPr marL="36900" indent="0">
              <a:buNone/>
            </a:pPr>
            <a:r>
              <a:rPr lang="en-US" dirty="0"/>
              <a:t>Institute: K J Somaiya Institute of Management</a:t>
            </a:r>
          </a:p>
        </p:txBody>
      </p:sp>
    </p:spTree>
    <p:extLst>
      <p:ext uri="{BB962C8B-B14F-4D97-AF65-F5344CB8AC3E}">
        <p14:creationId xmlns:p14="http://schemas.microsoft.com/office/powerpoint/2010/main" val="1733974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EB099-4A10-0A99-7064-C2B6EAED0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E47AF-D094-28E9-B015-DC1607755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50000"/>
              </a:lnSpc>
            </a:pPr>
            <a:r>
              <a:rPr lang="en-US" dirty="0"/>
              <a:t>Rise of Generative AI in professional content</a:t>
            </a:r>
          </a:p>
          <a:p>
            <a:pPr>
              <a:lnSpc>
                <a:spcPct val="250000"/>
              </a:lnSpc>
            </a:pPr>
            <a:r>
              <a:rPr lang="en-US" dirty="0"/>
              <a:t>Need for automating high-quality LinkedIn posts</a:t>
            </a:r>
          </a:p>
          <a:p>
            <a:pPr>
              <a:lnSpc>
                <a:spcPct val="250000"/>
              </a:lnSpc>
            </a:pPr>
            <a:r>
              <a:rPr lang="en-US" dirty="0"/>
              <a:t>Lack of personalization in existing tools</a:t>
            </a:r>
          </a:p>
          <a:p>
            <a:pPr>
              <a:lnSpc>
                <a:spcPct val="250000"/>
              </a:lnSpc>
            </a:pPr>
            <a:r>
              <a:rPr lang="en-US" dirty="0"/>
              <a:t>Hinglish &amp; tone/length customization missing</a:t>
            </a:r>
          </a:p>
        </p:txBody>
      </p:sp>
    </p:spTree>
    <p:extLst>
      <p:ext uri="{BB962C8B-B14F-4D97-AF65-F5344CB8AC3E}">
        <p14:creationId xmlns:p14="http://schemas.microsoft.com/office/powerpoint/2010/main" val="2836778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A4799-6C34-F60F-24F9-EB8CC7DB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F967B-215D-BB95-EF78-5D19A4556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Problem: Professionals struggle with frequent, structured LinkedIn content.</a:t>
            </a:r>
          </a:p>
          <a:p>
            <a:r>
              <a:rPr lang="en-US" dirty="0"/>
              <a:t>Goal: Generate personalized posts with topic, tone, language</a:t>
            </a:r>
          </a:p>
          <a:p>
            <a:r>
              <a:rPr lang="en-US" dirty="0"/>
              <a:t>Objective: </a:t>
            </a:r>
          </a:p>
          <a:p>
            <a:pPr lvl="1"/>
            <a:r>
              <a:rPr lang="en-US" dirty="0"/>
              <a:t>Few-shot prompting</a:t>
            </a:r>
          </a:p>
          <a:p>
            <a:pPr lvl="1"/>
            <a:r>
              <a:rPr lang="en-US" dirty="0"/>
              <a:t>Hinglish support</a:t>
            </a:r>
          </a:p>
          <a:p>
            <a:pPr lvl="1"/>
            <a:r>
              <a:rPr lang="en-US" dirty="0" err="1"/>
              <a:t>Streamlit</a:t>
            </a:r>
            <a:r>
              <a:rPr lang="en-US" dirty="0"/>
              <a:t> UI</a:t>
            </a:r>
          </a:p>
          <a:p>
            <a:pPr lvl="1"/>
            <a:r>
              <a:rPr lang="en-US" dirty="0"/>
              <a:t>Structured output (intro + bullets + hashtag)</a:t>
            </a:r>
          </a:p>
        </p:txBody>
      </p:sp>
    </p:spTree>
    <p:extLst>
      <p:ext uri="{BB962C8B-B14F-4D97-AF65-F5344CB8AC3E}">
        <p14:creationId xmlns:p14="http://schemas.microsoft.com/office/powerpoint/2010/main" val="2662603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miling at the camera">
            <a:extLst>
              <a:ext uri="{FF2B5EF4-FFF2-40B4-BE49-F238E27FC236}">
                <a16:creationId xmlns:a16="http://schemas.microsoft.com/office/drawing/2014/main" id="{463409FA-53ED-9399-8E21-DE8CE3547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43" y="396639"/>
            <a:ext cx="4051624" cy="23779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BACE344-E674-150D-A89A-7E5B40AF6603}"/>
              </a:ext>
            </a:extLst>
          </p:cNvPr>
          <p:cNvSpPr/>
          <p:nvPr/>
        </p:nvSpPr>
        <p:spPr>
          <a:xfrm>
            <a:off x="4690533" y="757119"/>
            <a:ext cx="1828800" cy="4474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92D050"/>
                </a:solidFill>
              </a:rPr>
              <a:t>Mental Health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75E2A5-0F86-1D80-C9DC-B665FDC1FE3A}"/>
              </a:ext>
            </a:extLst>
          </p:cNvPr>
          <p:cNvSpPr/>
          <p:nvPr/>
        </p:nvSpPr>
        <p:spPr>
          <a:xfrm>
            <a:off x="4682066" y="1430275"/>
            <a:ext cx="1828800" cy="4474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92D050"/>
                </a:solidFill>
              </a:rPr>
              <a:t>Job Search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E728BA-F206-2E9F-42F9-0E9C1B900DAD}"/>
              </a:ext>
            </a:extLst>
          </p:cNvPr>
          <p:cNvSpPr/>
          <p:nvPr/>
        </p:nvSpPr>
        <p:spPr>
          <a:xfrm>
            <a:off x="4682066" y="2103431"/>
            <a:ext cx="1828800" cy="44744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92D050"/>
                </a:solidFill>
              </a:rPr>
              <a:t>Scams</a:t>
            </a:r>
          </a:p>
        </p:txBody>
      </p:sp>
      <p:pic>
        <p:nvPicPr>
          <p:cNvPr id="10" name="Picture 9" descr="A person in a blue shirt">
            <a:extLst>
              <a:ext uri="{FF2B5EF4-FFF2-40B4-BE49-F238E27FC236}">
                <a16:creationId xmlns:a16="http://schemas.microsoft.com/office/drawing/2014/main" id="{F0089BC2-5D22-56B0-5007-7B4B0028C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43" y="3740973"/>
            <a:ext cx="4051624" cy="25162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59F461B-4B2F-3A63-C0DB-C7983DB36478}"/>
              </a:ext>
            </a:extLst>
          </p:cNvPr>
          <p:cNvSpPr/>
          <p:nvPr/>
        </p:nvSpPr>
        <p:spPr>
          <a:xfrm>
            <a:off x="4690533" y="4083411"/>
            <a:ext cx="1828800" cy="4474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92D050"/>
                </a:solidFill>
              </a:rPr>
              <a:t>Investment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C03A50-455C-08E2-D96E-1D44F6D56F71}"/>
              </a:ext>
            </a:extLst>
          </p:cNvPr>
          <p:cNvSpPr/>
          <p:nvPr/>
        </p:nvSpPr>
        <p:spPr>
          <a:xfrm>
            <a:off x="4682066" y="4756567"/>
            <a:ext cx="1828800" cy="4474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92D050"/>
                </a:solidFill>
              </a:rPr>
              <a:t>Minimalism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E7A68E-F878-A8F8-75D4-D993F4CB8E92}"/>
              </a:ext>
            </a:extLst>
          </p:cNvPr>
          <p:cNvSpPr/>
          <p:nvPr/>
        </p:nvSpPr>
        <p:spPr>
          <a:xfrm>
            <a:off x="4682066" y="5429723"/>
            <a:ext cx="1828800" cy="44744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92D050"/>
                </a:solidFill>
              </a:rPr>
              <a:t>India</a:t>
            </a:r>
          </a:p>
        </p:txBody>
      </p:sp>
    </p:spTree>
    <p:extLst>
      <p:ext uri="{BB962C8B-B14F-4D97-AF65-F5344CB8AC3E}">
        <p14:creationId xmlns:p14="http://schemas.microsoft.com/office/powerpoint/2010/main" val="2330197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D554B-FE7D-003B-BCC4-7F5E24B88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3092958"/>
            <a:ext cx="10353762" cy="672084"/>
          </a:xfrm>
        </p:spPr>
        <p:txBody>
          <a:bodyPr>
            <a:normAutofit fontScale="92500" lnSpcReduction="10000"/>
          </a:bodyPr>
          <a:lstStyle/>
          <a:p>
            <a:pPr marL="36900" indent="0" algn="ctr">
              <a:buNone/>
            </a:pPr>
            <a:r>
              <a:rPr lang="en-US" sz="4400" dirty="0">
                <a:solidFill>
                  <a:srgbClr val="00B050"/>
                </a:solidFill>
                <a:effectLst/>
              </a:rPr>
              <a:t>Technical Architecture</a:t>
            </a:r>
          </a:p>
        </p:txBody>
      </p:sp>
    </p:spTree>
    <p:extLst>
      <p:ext uri="{BB962C8B-B14F-4D97-AF65-F5344CB8AC3E}">
        <p14:creationId xmlns:p14="http://schemas.microsoft.com/office/powerpoint/2010/main" val="701239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74BD4-9F49-CC6D-690F-9CB0D891E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943775"/>
            <a:ext cx="10353762" cy="970450"/>
          </a:xfrm>
        </p:spPr>
        <p:txBody>
          <a:bodyPr/>
          <a:lstStyle/>
          <a:p>
            <a:r>
              <a:rPr lang="en-US" dirty="0"/>
              <a:t>Stage 1: </a:t>
            </a:r>
            <a:r>
              <a:rPr lang="en-US" dirty="0">
                <a:solidFill>
                  <a:srgbClr val="00B050"/>
                </a:solidFill>
              </a:rPr>
              <a:t>Preprocessing</a:t>
            </a:r>
          </a:p>
        </p:txBody>
      </p:sp>
    </p:spTree>
    <p:extLst>
      <p:ext uri="{BB962C8B-B14F-4D97-AF65-F5344CB8AC3E}">
        <p14:creationId xmlns:p14="http://schemas.microsoft.com/office/powerpoint/2010/main" val="2183326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row: Right 4">
            <a:extLst>
              <a:ext uri="{FF2B5EF4-FFF2-40B4-BE49-F238E27FC236}">
                <a16:creationId xmlns:a16="http://schemas.microsoft.com/office/drawing/2014/main" id="{FCC340DF-441B-4874-9D26-C9A6310254D8}"/>
              </a:ext>
            </a:extLst>
          </p:cNvPr>
          <p:cNvSpPr/>
          <p:nvPr/>
        </p:nvSpPr>
        <p:spPr>
          <a:xfrm>
            <a:off x="3991457" y="1204633"/>
            <a:ext cx="440267" cy="5161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693319D-49F5-D67C-DFC0-B6CBE0EC96D5}"/>
              </a:ext>
            </a:extLst>
          </p:cNvPr>
          <p:cNvSpPr/>
          <p:nvPr/>
        </p:nvSpPr>
        <p:spPr>
          <a:xfrm>
            <a:off x="4521630" y="781130"/>
            <a:ext cx="2082800" cy="1363133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(Llama 4)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124CD08-DA1F-82D7-B5CD-0C804A1F8F5A}"/>
              </a:ext>
            </a:extLst>
          </p:cNvPr>
          <p:cNvSpPr/>
          <p:nvPr/>
        </p:nvSpPr>
        <p:spPr>
          <a:xfrm>
            <a:off x="6694335" y="1204633"/>
            <a:ext cx="440267" cy="5161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5FFAC8-6650-7102-BE74-653F4B448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1129"/>
            <a:ext cx="3901552" cy="1487938"/>
          </a:xfrm>
          <a:prstGeom prst="rect">
            <a:avLst/>
          </a:prstGeom>
        </p:spPr>
      </p:pic>
      <p:pic>
        <p:nvPicPr>
          <p:cNvPr id="10" name="Picture 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53E24374-249D-4E61-EB21-0B244C2BA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508" y="366457"/>
            <a:ext cx="4747242" cy="465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77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2D431-B6E5-8E8B-D2F6-9D8EF5C6A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9FCB4-DE46-D0A5-CDB9-35E5EB035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943775"/>
            <a:ext cx="10353762" cy="970450"/>
          </a:xfrm>
        </p:spPr>
        <p:txBody>
          <a:bodyPr/>
          <a:lstStyle/>
          <a:p>
            <a:r>
              <a:rPr lang="en-US" dirty="0"/>
              <a:t>Stage 2: </a:t>
            </a:r>
            <a:r>
              <a:rPr lang="en-US" dirty="0">
                <a:solidFill>
                  <a:srgbClr val="00B050"/>
                </a:solidFill>
              </a:rPr>
              <a:t>Post Generation</a:t>
            </a:r>
          </a:p>
        </p:txBody>
      </p:sp>
    </p:spTree>
    <p:extLst>
      <p:ext uri="{BB962C8B-B14F-4D97-AF65-F5344CB8AC3E}">
        <p14:creationId xmlns:p14="http://schemas.microsoft.com/office/powerpoint/2010/main" val="3171876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FB5CAB1-EC8D-87CC-C9C4-5EFA4D18D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8" y="129390"/>
            <a:ext cx="4747242" cy="4654276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7287CB68-7231-A6F3-67AA-FE77217530A6}"/>
              </a:ext>
            </a:extLst>
          </p:cNvPr>
          <p:cNvSpPr/>
          <p:nvPr/>
        </p:nvSpPr>
        <p:spPr>
          <a:xfrm>
            <a:off x="4914323" y="2198463"/>
            <a:ext cx="440267" cy="5161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022CEC-26A8-13FF-C73B-1A1F5EBF0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071" y="568154"/>
            <a:ext cx="6670221" cy="404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886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3A86A-025F-FD8B-F966-0ED8B6B27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228" y="2536782"/>
            <a:ext cx="5481171" cy="4058751"/>
          </a:xfrm>
          <a:ln>
            <a:solidFill>
              <a:schemeClr val="bg1">
                <a:lumMod val="65000"/>
                <a:lumOff val="35000"/>
              </a:schemeClr>
            </a:solidFill>
            <a:prstDash val="dash"/>
          </a:ln>
        </p:spPr>
        <p:txBody>
          <a:bodyPr>
            <a:normAutofit lnSpcReduction="10000"/>
          </a:bodyPr>
          <a:lstStyle/>
          <a:p>
            <a:pPr marL="3690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effectLst/>
              </a:rPr>
              <a:t>Generate a LinkedIn post using the below information. No preamble.</a:t>
            </a:r>
          </a:p>
          <a:p>
            <a:pPr marL="3690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effectLst/>
              </a:rPr>
              <a:t>    1) Topic: Mental Health</a:t>
            </a:r>
          </a:p>
          <a:p>
            <a:pPr marL="3690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effectLst/>
              </a:rPr>
              <a:t>    2) Length: Medium</a:t>
            </a:r>
          </a:p>
          <a:p>
            <a:pPr marL="3690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effectLst/>
              </a:rPr>
              <a:t>    3) Language: English</a:t>
            </a:r>
          </a:p>
          <a:p>
            <a:pPr marL="3690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effectLst/>
              </a:rPr>
              <a:t>    4) Use the writing style as per the following examples.</a:t>
            </a:r>
          </a:p>
          <a:p>
            <a:pPr marL="3690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effectLst/>
            </a:endParaRPr>
          </a:p>
          <a:p>
            <a:pPr marL="3690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effectLst/>
              </a:rPr>
              <a:t>Example 1:</a:t>
            </a:r>
          </a:p>
          <a:p>
            <a:pPr marL="3690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effectLst/>
            </a:endParaRPr>
          </a:p>
          <a:p>
            <a:pPr marL="3690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effectLst/>
              </a:rPr>
              <a:t>	Jobseekers, this one’s for you.</a:t>
            </a:r>
          </a:p>
          <a:p>
            <a:pPr marL="3690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effectLst/>
              </a:rPr>
              <a:t>	Every application, every interview, every follow-up…</a:t>
            </a:r>
          </a:p>
          <a:p>
            <a:pPr marL="3690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effectLst/>
              </a:rPr>
              <a:t>	…</a:t>
            </a:r>
          </a:p>
          <a:p>
            <a:pPr marL="3690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effectLst/>
            </a:endParaRPr>
          </a:p>
          <a:p>
            <a:pPr marL="3690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effectLst/>
              </a:rPr>
              <a:t>Example 2:</a:t>
            </a:r>
          </a:p>
          <a:p>
            <a:pPr marL="3690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effectLst/>
            </a:endParaRPr>
          </a:p>
          <a:p>
            <a:pPr marL="3690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effectLst/>
              </a:rPr>
              <a:t>	To everyone who’s still looking for a job…</a:t>
            </a:r>
          </a:p>
          <a:p>
            <a:pPr marL="3690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effectLst/>
              </a:rPr>
              <a:t>	I see you. I feel you. 💔</a:t>
            </a:r>
          </a:p>
          <a:p>
            <a:pPr marL="3690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effectLst/>
              </a:rPr>
              <a:t>	…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EF380B-4D98-251A-8185-E7DB6CAFE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5" y="91063"/>
            <a:ext cx="4507506" cy="1226567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4AB53D51-DDA0-4B7F-4B8E-67632A769985}"/>
              </a:ext>
            </a:extLst>
          </p:cNvPr>
          <p:cNvSpPr/>
          <p:nvPr/>
        </p:nvSpPr>
        <p:spPr>
          <a:xfrm rot="5400000">
            <a:off x="2258573" y="1669141"/>
            <a:ext cx="440267" cy="5161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1B66773-5BB2-0039-551E-7F41DE32955A}"/>
              </a:ext>
            </a:extLst>
          </p:cNvPr>
          <p:cNvSpPr/>
          <p:nvPr/>
        </p:nvSpPr>
        <p:spPr>
          <a:xfrm>
            <a:off x="6358469" y="4566157"/>
            <a:ext cx="440267" cy="5161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4A4C8AA-4D5F-5FF5-4815-BEA661D3A5E5}"/>
              </a:ext>
            </a:extLst>
          </p:cNvPr>
          <p:cNvSpPr/>
          <p:nvPr/>
        </p:nvSpPr>
        <p:spPr>
          <a:xfrm>
            <a:off x="7738964" y="4204568"/>
            <a:ext cx="2082800" cy="1363133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(Llama 4)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FC3AA4C-C02C-6B51-76F4-D389110E3D4C}"/>
              </a:ext>
            </a:extLst>
          </p:cNvPr>
          <p:cNvSpPr/>
          <p:nvPr/>
        </p:nvSpPr>
        <p:spPr>
          <a:xfrm rot="16200000">
            <a:off x="8560230" y="3170935"/>
            <a:ext cx="440267" cy="5161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94CF1B0-505D-37D2-8658-C74218BA1463}"/>
              </a:ext>
            </a:extLst>
          </p:cNvPr>
          <p:cNvSpPr txBox="1">
            <a:spLocks/>
          </p:cNvSpPr>
          <p:nvPr/>
        </p:nvSpPr>
        <p:spPr>
          <a:xfrm>
            <a:off x="6358469" y="169221"/>
            <a:ext cx="5481171" cy="2296817"/>
          </a:xfrm>
          <a:prstGeom prst="rect">
            <a:avLst/>
          </a:prstGeom>
          <a:ln>
            <a:solidFill>
              <a:schemeClr val="bg1">
                <a:lumMod val="65000"/>
                <a:lumOff val="35000"/>
              </a:schemeClr>
            </a:solidFill>
            <a:prstDash val="dash"/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600" dirty="0">
                <a:effectLst/>
              </a:rPr>
              <a:t>As we navigate our busy lives, it's easy to overlook one of the most important aspects of our overall well-being: mental health.</a:t>
            </a:r>
          </a:p>
          <a:p>
            <a:pPr marL="36900" indent="0">
              <a:buNone/>
            </a:pPr>
            <a:r>
              <a:rPr lang="en-US" sz="1600" dirty="0">
                <a:effectLst/>
              </a:rPr>
              <a:t>Taking care of our mental health is just as crucial as maintaining our physical …</a:t>
            </a:r>
          </a:p>
          <a:p>
            <a:pPr marL="36900" indent="0">
              <a:buNone/>
            </a:pPr>
            <a:r>
              <a:rPr lang="en-US" sz="1600" dirty="0">
                <a:effectLst/>
              </a:rPr>
              <a:t>If you're struggling or know someone who is, don't hesitate to reach out to a mental health professional or …</a:t>
            </a:r>
          </a:p>
          <a:p>
            <a:pPr marL="36900" indent="0">
              <a:buNone/>
            </a:pPr>
            <a:r>
              <a:rPr lang="en-US" sz="1600" dirty="0">
                <a:effectLst/>
              </a:rPr>
              <a:t>#MentalHealthMatters #SelfCare #SupportEachOther</a:t>
            </a:r>
          </a:p>
        </p:txBody>
      </p:sp>
    </p:spTree>
    <p:extLst>
      <p:ext uri="{BB962C8B-B14F-4D97-AF65-F5344CB8AC3E}">
        <p14:creationId xmlns:p14="http://schemas.microsoft.com/office/powerpoint/2010/main" val="4166993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50D8AA23-6D02-E01B-15C1-314E569C4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940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AFAEE-430B-92BE-EBE3-969864A0F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3736C-1CC5-A216-DE48-BD4C344B5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50000"/>
              </a:lnSpc>
            </a:pPr>
            <a:r>
              <a:rPr lang="en-US" dirty="0"/>
              <a:t>No LinkedIn API integration</a:t>
            </a:r>
          </a:p>
          <a:p>
            <a:pPr>
              <a:lnSpc>
                <a:spcPct val="250000"/>
              </a:lnSpc>
            </a:pPr>
            <a:r>
              <a:rPr lang="en-US" dirty="0"/>
              <a:t>Requires internet (cloud-hosted LLM)</a:t>
            </a:r>
          </a:p>
          <a:p>
            <a:pPr>
              <a:lnSpc>
                <a:spcPct val="250000"/>
              </a:lnSpc>
            </a:pPr>
            <a:r>
              <a:rPr lang="en-US" dirty="0"/>
              <a:t>Limited formal evaluation</a:t>
            </a:r>
          </a:p>
          <a:p>
            <a:pPr>
              <a:lnSpc>
                <a:spcPct val="250000"/>
              </a:lnSpc>
            </a:pPr>
            <a:r>
              <a:rPr lang="en-US" dirty="0"/>
              <a:t>Basic UI</a:t>
            </a:r>
          </a:p>
        </p:txBody>
      </p:sp>
    </p:spTree>
    <p:extLst>
      <p:ext uri="{BB962C8B-B14F-4D97-AF65-F5344CB8AC3E}">
        <p14:creationId xmlns:p14="http://schemas.microsoft.com/office/powerpoint/2010/main" val="3883856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D101D-50B0-8819-5E23-667DAE2C1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BFFE3-CE1B-B2BE-8B91-E943A98D1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50000"/>
              </a:lnSpc>
            </a:pPr>
            <a:r>
              <a:rPr lang="en-US" dirty="0"/>
              <a:t>Add other languages (e.g. Hindi, Spanish)</a:t>
            </a:r>
          </a:p>
          <a:p>
            <a:pPr>
              <a:lnSpc>
                <a:spcPct val="250000"/>
              </a:lnSpc>
            </a:pPr>
            <a:r>
              <a:rPr lang="en-US" dirty="0"/>
              <a:t>Integrate with LinkedIn’s posting API</a:t>
            </a:r>
          </a:p>
          <a:p>
            <a:pPr>
              <a:lnSpc>
                <a:spcPct val="250000"/>
              </a:lnSpc>
            </a:pPr>
            <a:r>
              <a:rPr lang="en-US" dirty="0"/>
              <a:t>Enhance prompt with tone, emoji control</a:t>
            </a:r>
          </a:p>
          <a:p>
            <a:pPr>
              <a:lnSpc>
                <a:spcPct val="250000"/>
              </a:lnSpc>
            </a:pPr>
            <a:r>
              <a:rPr lang="en-US" dirty="0"/>
              <a:t>Fine-tune with LinkedIn-specific data</a:t>
            </a:r>
          </a:p>
        </p:txBody>
      </p:sp>
    </p:spTree>
    <p:extLst>
      <p:ext uri="{BB962C8B-B14F-4D97-AF65-F5344CB8AC3E}">
        <p14:creationId xmlns:p14="http://schemas.microsoft.com/office/powerpoint/2010/main" val="2151495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139DF-D0E8-642E-D19D-7A83C3253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943775"/>
            <a:ext cx="10353762" cy="97045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552212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102</TotalTime>
  <Words>342</Words>
  <Application>Microsoft Office PowerPoint</Application>
  <PresentationFormat>Widescreen</PresentationFormat>
  <Paragraphs>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Calisto MT</vt:lpstr>
      <vt:lpstr>Wingdings 2</vt:lpstr>
      <vt:lpstr>Slate</vt:lpstr>
      <vt:lpstr>LinkedIn Post Generator Tool</vt:lpstr>
      <vt:lpstr>Introduction</vt:lpstr>
      <vt:lpstr>Problem Statement &amp; Objective</vt:lpstr>
      <vt:lpstr>PowerPoint Presentation</vt:lpstr>
      <vt:lpstr>PowerPoint Presentation</vt:lpstr>
      <vt:lpstr>Stage 1: Preprocessing</vt:lpstr>
      <vt:lpstr>PowerPoint Presentation</vt:lpstr>
      <vt:lpstr>Stage 2: Post Generation</vt:lpstr>
      <vt:lpstr>PowerPoint Presentation</vt:lpstr>
      <vt:lpstr>PowerPoint Presentation</vt:lpstr>
      <vt:lpstr>PowerPoint Presentation</vt:lpstr>
      <vt:lpstr>Limitations</vt:lpstr>
      <vt:lpstr>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Shaikh Mohammed Saif Mubarak Ali</dc:creator>
  <cp:lastModifiedBy>Shaikh Mohammed Saif Mubarak Ali</cp:lastModifiedBy>
  <cp:revision>3</cp:revision>
  <dcterms:created xsi:type="dcterms:W3CDTF">2025-12-09T13:31:30Z</dcterms:created>
  <dcterms:modified xsi:type="dcterms:W3CDTF">2025-12-09T15:35:50Z</dcterms:modified>
</cp:coreProperties>
</file>